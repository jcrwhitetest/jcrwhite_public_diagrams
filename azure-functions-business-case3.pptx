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Processing for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for Azure Functions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Splitting, extracting, and managing PDF documents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our existing Microsoft ecosystem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Power Automate already picks up PDFs from our shared email inbox. Users then need to partition those documents into sections by page range and generate subtasks in SharePoint — each with its own split PDF. Power Platform has no native PDF manipulation, so we need a processing 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224028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F7F8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468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Inbox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picks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incoming PDFs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1463040" cy="228600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40280" y="315468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97480" y="224028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F7F8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24688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78892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defines sections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page range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17720" y="315468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74920" y="224028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4688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7492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16636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PDF into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page-range segments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257800" y="3931920"/>
            <a:ext cx="1463040" cy="228600"/>
          </a:xfrm>
          <a:prstGeom prst="roundRect">
            <a:avLst>
              <a:gd name="adj" fmla="val 24000"/>
            </a:avLst>
          </a:prstGeom>
          <a:solidFill>
            <a:srgbClr val="CCFBF1"/>
          </a:solidFill>
          <a:ln/>
        </p:spPr>
      </p:sp>
      <p:sp>
        <p:nvSpPr>
          <p:cNvPr id="21" name="Text 16"/>
          <p:cNvSpPr/>
          <p:nvPr/>
        </p:nvSpPr>
        <p:spPr>
          <a:xfrm>
            <a:off x="525780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piece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995160" y="315468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52360" y="22402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F7F8F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246888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236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98080" y="3337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+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PDFs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Comparison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(Consumption)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(Encodian/Muhimbi)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(iLovePDF, etc.)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(1M free executions/mo)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$2,000–$8,000/yr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license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$600–$3,600/yr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stay in 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tenant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processes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their servers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sent to external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 outside org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Burden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M365 audit,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RBAC, same tenant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vendor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BAA/DPA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vendor 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residency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control: split, merge,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OCR, watermark, etc.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connector's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API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limits apply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libraries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(PyPDF2, pdf-lib)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to vendor 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sunset, must rebuild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to their API 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can disappear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across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Platform projects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within 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usable elsewhere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 adds dependency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4572000"/>
            <a:ext cx="182880" cy="18288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option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194560" y="4572000"/>
            <a:ext cx="182880" cy="18288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23160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66160" y="4572000"/>
            <a:ext cx="182880" cy="18288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94760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concern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to Production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integrates with our existing Power Automate email flow in hours, not weeks.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0FD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90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7863840" cy="73152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87452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3794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Function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 Azure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183794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~30 lines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Python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83794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HTTP 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existing flow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80136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801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 total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B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Connector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154680"/>
            <a:ext cx="7863840" cy="73152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154680"/>
            <a:ext cx="658368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11810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evaluation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 review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0" y="311810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31920" y="311810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approval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provisioning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311810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actions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308152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3081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weeks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050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" y="4434840"/>
            <a:ext cx="7863840" cy="73152"/>
          </a:xfrm>
          <a:prstGeom prst="roundRect">
            <a:avLst>
              <a:gd name="adj" fmla="val 50000"/>
            </a:avLst>
          </a:prstGeom>
          <a:solidFill>
            <a:srgbClr val="FECACA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4434840"/>
            <a:ext cx="7315200" cy="7315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4398264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vendor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68880" y="4398264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2194560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DPA review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97680" y="4398264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4023360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connector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auth setup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4398264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5852160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rate limit tuning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0" y="436168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4361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4-7 weeks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Steps: Side by Side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 Power Automate picking up PDFs from our email inbox. Here's what each option adds to that existing flow.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Existing:  Email Inbox  →  Power Automate picks up PDF  →  Stores in SharePoint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14600" cy="36576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1828800"/>
            <a:ext cx="2514600" cy="365760"/>
          </a:xfrm>
          <a:prstGeom prst="roundRect">
            <a:avLst>
              <a:gd name="adj" fmla="val 20000"/>
            </a:avLst>
          </a:prstGeom>
          <a:solidFill>
            <a:srgbClr val="FFFBEB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Connector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828800"/>
            <a:ext cx="2514600" cy="36576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" y="240487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3500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Function App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Azure Portal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423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7512" y="269748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4495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9900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deploy split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(~30 lines Python)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3063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67512" y="333756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68503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6301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HTTP action to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Power Automate flow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23160" y="3703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4360" y="4297680"/>
            <a:ext cx="224028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~2 hours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27832" y="240487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22783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23500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Encodian / Muhimbi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alternatives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2423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weeks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64992" y="269748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27832" y="304495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227832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29900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+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procurement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3063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weeks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64992" y="333756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27832" y="368503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3227832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66160" y="36301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provisions connector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 Platform admin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3703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64992" y="397764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27832" y="432511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3227832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66160" y="42702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test connector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in flow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20640" y="43434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days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91840" y="4937760"/>
            <a:ext cx="2240280" cy="27432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3291840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3-5 weeks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25312" y="2404872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5925312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63640" y="23500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vendor security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+ DPA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18120" y="2423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weeks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062472" y="269748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25312" y="3044952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5925312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263640" y="29900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API key + build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connector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818120" y="3063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days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062472" y="333756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25312" y="3685032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0" name="Text 58"/>
          <p:cNvSpPr/>
          <p:nvPr/>
        </p:nvSpPr>
        <p:spPr>
          <a:xfrm>
            <a:off x="5925312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263640" y="36301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auth (OAuth /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key) in flow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818120" y="3703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days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062472" y="3977640"/>
            <a:ext cx="0" cy="25603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925312" y="4325112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5" name="Text 63"/>
          <p:cNvSpPr/>
          <p:nvPr/>
        </p:nvSpPr>
        <p:spPr>
          <a:xfrm>
            <a:off x="5925312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263640" y="42702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+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handling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818120" y="43434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days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989320" y="4937760"/>
            <a:ext cx="2240280" cy="27432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</p:sp>
      <p:sp>
        <p:nvSpPr>
          <p:cNvPr id="69" name="Text 67"/>
          <p:cNvSpPr/>
          <p:nvPr/>
        </p:nvSpPr>
        <p:spPr>
          <a:xfrm>
            <a:off x="5989320" y="4937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4-7 weeks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Works: PDF Split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uploads a 10-page document and defines 3 sections. Here's the end-to-end flow: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73736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defines sections: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1–3: Intake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4–7: Review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8–10: Sign-off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58568" y="1943100"/>
            <a:ext cx="192024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280160"/>
            <a:ext cx="1737360" cy="1325880"/>
          </a:xfrm>
          <a:prstGeom prst="roundRect">
            <a:avLst>
              <a:gd name="adj" fmla="val 6897"/>
            </a:avLst>
          </a:prstGeom>
          <a:solidFill>
            <a:srgbClr val="2D3B82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7830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sends JSON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page ranges to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 HTTP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4528" y="1943100"/>
            <a:ext cx="192024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280160"/>
            <a:ext cx="1737360" cy="1325880"/>
          </a:xfrm>
          <a:prstGeom prst="roundRect">
            <a:avLst>
              <a:gd name="adj" fmla="val 6897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17830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splits PDF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3 files by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range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1943100"/>
            <a:ext cx="192024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280160"/>
            <a:ext cx="1737360" cy="1325880"/>
          </a:xfrm>
          <a:prstGeom prst="roundRect">
            <a:avLst>
              <a:gd name="adj" fmla="val 6897"/>
            </a:avLst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7830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subtask items created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split PDFs uploaded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doc library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Function: ~30 lines of Python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01752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632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azure.functions as func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PyPDF2, io, json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main(req: func.HttpRequest):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pdf = PyPDF2.PdfReader(io.BytesIO(req.get_body()))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sections = json.loads(req.params.get('sections'))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Split pages → return zip of PDFs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274320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7F8F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0" y="3154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VMs to patch or manage
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plan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executions/mo free
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time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hour via Azure Portal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deploy a single Azure Function on a consumption plan.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4825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116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2 hours — vs. 3-7 weeks for alternatives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51176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5146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incremental cost — consumption tier is free at our usage levels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54096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30175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never leave our Azure tenant — no external data transfer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57016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17320" y="3520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vendor reviews — covered by existing M365 compliance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59936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17320" y="4023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future Power Platform solutions, not just this project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62856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417320" y="4526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directly into our existing Power Automate email-to-PDF flow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Processing: Azure Functions Business Case</dc:title>
  <dc:subject>PptxGenJS Presentation</dc:subject>
  <dc:creator>Jake</dc:creator>
  <cp:lastModifiedBy>Jake</cp:lastModifiedBy>
  <cp:revision>1</cp:revision>
  <dcterms:created xsi:type="dcterms:W3CDTF">2026-05-15T15:29:17Z</dcterms:created>
  <dcterms:modified xsi:type="dcterms:W3CDTF">2026-05-15T15:29:17Z</dcterms:modified>
</cp:coreProperties>
</file>